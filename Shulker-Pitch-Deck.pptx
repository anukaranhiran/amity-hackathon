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Thirty-second promise: by the end of this deck you'll watch a scanner prove a critical privilege-escalation flaw and three cross-user data leaks — with replayable proof — in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Attackers don't break the lock — they sign up, get a perfectly valid key, and the server never asks whether they may see that object. Every major API breach in recent memory reduces to this one sentence: the server knew who the caller was, and let them see it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insight is that authorization flaws are provable facts. If Alice's token returns Bob's invoice, that's not a hypothesis — it's a reproducible exchange. Shulker automates the boring, careful work humans do in bug bounties: two accounts, an ownership map, and the right replayed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tooling should be auditable, so the backend is zero-dependency Node stdlib — the whole server is ~1,700 readable lines. The same ScanEngine powers the dashboard, the REST API, and the CLI, so findings are identical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phases left to right. Emphasize the chokepoint: every request flows through SafeHttpClient — scope checks, header hygiene, timeouts, budget. The scanner physically cannot exceed the limits the operator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Feature-dense but function-first — every widget is real data, no placeholder art. The template demo gets the biggest reaction: click Gemini, and target, auth scheme, and a valid contract appear instantly. Paste a key and you're scanning Google's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Uber-style pattern: no malware, no crypto-breaking — one legitimate account and a server that authenticates but never authorizes. Shulker proves the whole chain in about thirty seconds. Note the honest labeling: missing rate limiting is 'potential', because a scanner can't fully prove a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(See shows/DEMO_SCRIPT.md for the full click-and-say script.) If anything web-side fails on stage, the headless verify script re-proves the engine live in 20 seconds — the demo has a fallback at every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judges remember one thing: the LLM never gets the last word. Gemini ranks what to test; a Finding object literally cannot be constructed without a matching test record and evidence. Positive controls — endpoints that correctly deny — are recorded as PASS, proving the harness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mission: turn authorization testing from an annual audit into a pre-deploy command. Then stop talking and take questions — JUDGE_QNA.md has you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6600" b="1" i="0">
                <a:solidFill>
                  <a:srgbClr val="22D3EE"/>
                </a:solidFill>
                <a:latin typeface="Segoe UI"/>
              </a:rPr>
              <a:t>SHULKER</a:t>
            </a:r>
          </a:p>
          <a:p>
            <a:pPr>
              <a:spcAft>
                <a:spcPts val="1400"/>
              </a:spcAft>
            </a:pPr>
            <a:r>
              <a:rPr sz="3000" b="1" i="0">
                <a:solidFill>
                  <a:srgbClr val="E6EDF3"/>
                </a:solidFill>
                <a:latin typeface="Segoe UI"/>
              </a:rPr>
              <a:t>Zero-Trust API Vulnerability Scanner</a:t>
            </a:r>
          </a:p>
          <a:p>
            <a:pPr>
              <a:spcAft>
                <a:spcPts val="0"/>
              </a:spcAft>
            </a:pPr>
            <a:r>
              <a:rPr sz="2000" b="0" i="1">
                <a:solidFill>
                  <a:srgbClr val="8B98A5"/>
                </a:solidFill>
                <a:latin typeface="Segoe UI"/>
              </a:rPr>
              <a:t>“Authentication asks who you are. Shulker asks: may you see this?”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AI-assisted  ·  Evidence-backed  ·  Bounded by design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8B98A5"/>
                </a:solidFill>
                <a:latin typeface="Segoe UI"/>
              </a:rPr>
              <a:t>AmiHacks · Track C · [Team names]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PROBLEM</a:t>
            </a:r>
          </a:p>
          <a:p>
            <a:pPr>
              <a:spcAft>
                <a:spcPts val="0"/>
              </a:spcAft>
            </a:pPr>
            <a:r>
              <a:rPr sz="3200" b="1" i="0">
                <a:solidFill>
                  <a:srgbClr val="E6EDF3"/>
                </a:solidFill>
                <a:latin typeface="Segoe UI"/>
              </a:rPr>
              <a:t>The gap: nothing proves authorization continuously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20116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F59E0B"/>
                </a:solidFill>
                <a:latin typeface="Segoe UI"/>
              </a:rPr>
              <a:t>API breaches aren't crypto failures — they're authorization failures.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5394960" cy="210312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BOLA — OWASP API #1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Segoe UI"/>
              </a:rPr>
              <a:t>•  Change an ID in the URL, read a stranger's data.</a:t>
            </a:r>
          </a:p>
          <a:p>
            <a:pPr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BFLA — OWASP API #5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Segoe UI"/>
              </a:rPr>
              <a:t>•  A user-only token reaches admin functions.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468880"/>
            <a:ext cx="5303520" cy="210312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Why today's tools miss it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Pen tests: annual, expensive, per-API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LLM scanners: confident hallucinations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Classic DAST: noise without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1">
                <a:solidFill>
                  <a:srgbClr val="8B98A5"/>
                </a:solidFill>
                <a:latin typeface="Segoe UI"/>
              </a:rPr>
              <a:t>Attackers don't break the lock — they sign up, get a valid key, and the server never asks whether they may see that object.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SOLUTION</a:t>
            </a:r>
          </a:p>
          <a:p>
            <a:pPr>
              <a:spcAft>
                <a:spcPts val="0"/>
              </a:spcAft>
            </a:pPr>
            <a:r>
              <a:rPr sz="3200" b="1" i="0">
                <a:solidFill>
                  <a:srgbClr val="E6EDF3"/>
                </a:solidFill>
                <a:latin typeface="Segoe UI"/>
              </a:rPr>
              <a:t>Proof, not guesses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20116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F59E0B"/>
                </a:solidFill>
                <a:latin typeface="Segoe UI"/>
              </a:rPr>
              <a:t>Shulker proves authorization flaws — with HTTP evidence, not LLM confidence.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5394960" cy="27432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Ingest any contract: OpenAPI 3 / Swagger 2 / Postman / HAR / manual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One-click specs: Gemini · OpenAI · GitHub · Stripe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Two authenticated identities → resource-ownership model → bounded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560320"/>
            <a:ext cx="5303520" cy="27432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Every finding includes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Expected vs actual behaviour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Redacted request/response evidence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Copy-paste proof-of-concept curl</a:t>
            </a:r>
          </a:p>
          <a:p>
            <a:pPr>
              <a:spcAft>
                <a:spcPts val="0"/>
              </a:spcAft>
            </a:pPr>
            <a:r>
              <a:rPr sz="1700" b="1" i="0">
                <a:solidFill>
                  <a:srgbClr val="F59E0B"/>
                </a:solidFill>
                <a:latin typeface="Segoe UI"/>
              </a:rPr>
              <a:t>Rule: no HTTP proof → no finding.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ARCHITECTURE</a:t>
            </a:r>
          </a:p>
          <a:p>
            <a:pPr>
              <a:spcAft>
                <a:spcPts val="0"/>
              </a:spcAft>
            </a:pPr>
            <a:r>
              <a:rPr sz="3200" b="1" i="0">
                <a:solidFill>
                  <a:srgbClr val="E6EDF3"/>
                </a:solidFill>
                <a:latin typeface="Segoe UI"/>
              </a:rPr>
              <a:t>Auditable by 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20116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8B98A5"/>
                </a:solidFill>
                <a:latin typeface="Segoe UI"/>
              </a:rPr>
              <a:t>Monorepo · npm workspaces · ~8.7k lines of TypeScript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520440" cy="15087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</a:rPr>
              <a:t>packages/scanner-core</a:t>
            </a:r>
          </a:p>
          <a:p>
            <a:pPr>
              <a:spcAft>
                <a:spcPts val="0"/>
              </a:spcAft>
            </a:pPr>
            <a:r>
              <a:rPr sz="1350" b="0" i="0">
                <a:solidFill>
                  <a:srgbClr val="E6EDF3"/>
                </a:solidFill>
                <a:latin typeface="Segoe UI"/>
              </a:rPr>
              <a:t>Engine, OpenAPI parser, detectors, SafeHttpClient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468880"/>
            <a:ext cx="3520440" cy="15087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</a:rPr>
              <a:t>packages/shared</a:t>
            </a:r>
          </a:p>
          <a:p>
            <a:pPr>
              <a:spcAft>
                <a:spcPts val="0"/>
              </a:spcAft>
            </a:pPr>
            <a:r>
              <a:rPr sz="1350" b="0" i="0">
                <a:solidFill>
                  <a:srgbClr val="E6EDF3"/>
                </a:solidFill>
                <a:latin typeface="Segoe UI"/>
              </a:rPr>
              <a:t>Types, severity engine, redaction — zero deps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2468880"/>
            <a:ext cx="3520440" cy="15087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</a:rPr>
              <a:t>apps/scan-api</a:t>
            </a:r>
          </a:p>
          <a:p>
            <a:pPr>
              <a:spcAft>
                <a:spcPts val="0"/>
              </a:spcAft>
            </a:pPr>
            <a:r>
              <a:rPr sz="1350" b="0" i="0">
                <a:solidFill>
                  <a:srgbClr val="E6EDF3"/>
                </a:solidFill>
                <a:latin typeface="Segoe UI"/>
              </a:rPr>
              <a:t>Node backend · SSE · SQLite — zero npm deps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60520"/>
            <a:ext cx="3520440" cy="15087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</a:rPr>
              <a:t>apps/web</a:t>
            </a:r>
          </a:p>
          <a:p>
            <a:pPr>
              <a:spcAft>
                <a:spcPts val="0"/>
              </a:spcAft>
            </a:pPr>
            <a:r>
              <a:rPr sz="1350" b="0" i="0">
                <a:solidFill>
                  <a:srgbClr val="E6EDF3"/>
                </a:solidFill>
                <a:latin typeface="Segoe UI"/>
              </a:rPr>
              <a:t>React 18 + Vite dashboard (dark, live SSE)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160520"/>
            <a:ext cx="3520440" cy="15087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</a:rPr>
              <a:t>apps/cli</a:t>
            </a:r>
          </a:p>
          <a:p>
            <a:pPr>
              <a:spcAft>
                <a:spcPts val="0"/>
              </a:spcAft>
            </a:pPr>
            <a:r>
              <a:rPr sz="1350" b="0" i="0">
                <a:solidFill>
                  <a:srgbClr val="E6EDF3"/>
                </a:solidFill>
                <a:latin typeface="Segoe UI"/>
              </a:rPr>
              <a:t>sentinel CLI — CI/CD gate with exit codes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4160520"/>
            <a:ext cx="3520440" cy="15087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</a:rPr>
              <a:t>apps/sandbox</a:t>
            </a:r>
          </a:p>
          <a:p>
            <a:pPr>
              <a:spcAft>
                <a:spcPts val="0"/>
              </a:spcAft>
            </a:pPr>
            <a:r>
              <a:rPr sz="1350" b="0" i="0">
                <a:solidFill>
                  <a:srgbClr val="E6EDF3"/>
                </a:solidFill>
                <a:latin typeface="Segoe UI"/>
              </a:rPr>
              <a:t>ShulkerLab: deliberately vulnerable demo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One engine → dashboard, REST API, and CLI. Identical findings everywhere.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PIPELINE</a:t>
            </a:r>
          </a:p>
          <a:p>
            <a:pPr>
              <a:spcAft>
                <a:spcPts val="0"/>
              </a:spcAft>
            </a:pPr>
            <a:r>
              <a:rPr sz="3200" b="1" i="0">
                <a:solidFill>
                  <a:srgbClr val="E6EDF3"/>
                </a:solidFill>
                <a:latin typeface="Segoe UI"/>
              </a:rPr>
              <a:t>Seven bounded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20116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1481328" cy="9144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Parse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2808" y="214884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8B98A5"/>
                </a:solidFill>
                <a:latin typeface="Segoe U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0552" y="2011680"/>
            <a:ext cx="1481328" cy="9144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Authenticate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14884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8B98A5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58184" y="2011680"/>
            <a:ext cx="1481328" cy="914400"/>
          </a:xfrm>
          <a:prstGeom prst="roundRect">
            <a:avLst/>
          </a:prstGeom>
          <a:solidFill>
            <a:srgbClr val="1B2A36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Model + AI hypotheses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8072" y="214884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8B98A5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5816" y="2011680"/>
            <a:ext cx="1481328" cy="914400"/>
          </a:xfrm>
          <a:prstGeom prst="roundRect">
            <a:avLst/>
          </a:prstGeom>
          <a:solidFill>
            <a:srgbClr val="1B2A36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5704" y="214884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8B98A5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13448" y="2011680"/>
            <a:ext cx="1481328" cy="9144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214884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8B98A5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2011680"/>
            <a:ext cx="1481328" cy="9144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0968" y="214884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8B98A5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68712" y="2011680"/>
            <a:ext cx="1481328" cy="9144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5394960" cy="21945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Detectors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BOLA — cross-identity replay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BFLA — privilege probing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Exposure — schema diff of secrets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Rate limit — bounded burst probe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474720"/>
            <a:ext cx="5303520" cy="21945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Safety rails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Budget meter + 5-min watchdog + cancel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All traffic through one chokepoint: SafeHttpClient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The scanner physically cannot exceed operator limits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FEATURES</a:t>
            </a:r>
          </a:p>
          <a:p>
            <a:pPr>
              <a:spcAft>
                <a:spcPts val="0"/>
              </a:spcAft>
            </a:pPr>
            <a:r>
              <a:rPr sz="3200" b="1" i="0">
                <a:solidFill>
                  <a:srgbClr val="E6EDF3"/>
                </a:solidFill>
                <a:latin typeface="Segoe UI"/>
              </a:rPr>
              <a:t>Function-first feature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20116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94960" cy="22860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Targets &amp; auth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One-click templates: Gemini · OpenAI · GitHub · Stripe — valid OpenAPI generated in memory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Auth: API key · Bearer · Basic · custom headers — redacted everywhere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783080"/>
            <a:ext cx="5303520" cy="22860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Dashboard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Live SSE scan monitor · severity donut · coverage ring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Attack-surface map · resource graph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Dark/light professional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97680"/>
            <a:ext cx="10972800" cy="155448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Output &amp; CI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Reports: HTML / Markdown / JSON — evidence and PoCs embedded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sentinel CLI as a CI gate: --fail-on high exits non-zero on critical findings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CASE STUDY · SHULKERLAB</a:t>
            </a:r>
          </a:p>
          <a:p>
            <a:pPr>
              <a:spcAft>
                <a:spcPts val="0"/>
              </a:spcAft>
            </a:pPr>
            <a:r>
              <a:rPr sz="3200" b="1" i="0">
                <a:solidFill>
                  <a:srgbClr val="E6EDF3"/>
                </a:solidFill>
                <a:latin typeface="Segoe UI"/>
              </a:rPr>
              <a:t>One free account, four findings — the real breach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20116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72800" cy="9144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E6EDF3"/>
                </a:solidFill>
                <a:latin typeface="Segoe UI"/>
              </a:rPr>
              <a:t>1.  Read strangers' vehicles/invoices by changing IDs</a:t>
            </a:r>
          </a:p>
          <a:p>
            <a:pPr>
              <a:spcAft>
                <a:spcPts val="0"/>
              </a:spcAft>
            </a:pPr>
            <a:r>
              <a:rPr sz="1500" b="1" i="0">
                <a:solidFill>
                  <a:srgbClr val="F43F5E"/>
                </a:solidFill>
                <a:latin typeface="Segoe UI"/>
              </a:rPr>
              <a:t>BOLA ×3   —   HIGH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26079"/>
            <a:ext cx="10972800" cy="9144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E6EDF3"/>
                </a:solidFill>
                <a:latin typeface="Segoe UI"/>
              </a:rPr>
              <a:t>2.  PATCH /users/{id}/role as a normal user</a:t>
            </a:r>
          </a:p>
          <a:p>
            <a:pPr>
              <a:spcAft>
                <a:spcPts val="0"/>
              </a:spcAft>
            </a:pPr>
            <a:r>
              <a:rPr sz="1500" b="1" i="0">
                <a:solidFill>
                  <a:srgbClr val="F43F5E"/>
                </a:solidFill>
                <a:latin typeface="Segoe UI"/>
              </a:rPr>
              <a:t>BFLA   —   CRITICAL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77639"/>
            <a:ext cx="10972800" cy="9144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E6EDF3"/>
                </a:solidFill>
                <a:latin typeface="Segoe UI"/>
              </a:rPr>
              <a:t>3.  passwordHash in response, undocumented</a:t>
            </a:r>
          </a:p>
          <a:p>
            <a:pPr>
              <a:spcAft>
                <a:spcPts val="0"/>
              </a:spcAft>
            </a:pPr>
            <a:r>
              <a:rPr sz="1500" b="1" i="0">
                <a:solidFill>
                  <a:srgbClr val="F43F5E"/>
                </a:solidFill>
                <a:latin typeface="Segoe UI"/>
              </a:rPr>
              <a:t>Exposure   —  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10972800" cy="9144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E6EDF3"/>
                </a:solidFill>
                <a:latin typeface="Segoe UI"/>
              </a:rPr>
              <a:t>4.  Nothing throttles the loop</a:t>
            </a:r>
          </a:p>
          <a:p>
            <a:pPr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Rate limit   —   MEDIUM (potential)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8B98A5"/>
                </a:solidFill>
                <a:latin typeface="Segoe UI"/>
              </a:rPr>
              <a:t>Each finding reproduced with redacted evidence + replayable curl. Honest labeling: a scanner can't fully prove a negative.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DEMO</a:t>
            </a:r>
          </a:p>
          <a:p>
            <a:pPr>
              <a:spcAft>
                <a:spcPts val="0"/>
              </a:spcAft>
            </a:pPr>
            <a:r>
              <a:rPr sz="3200" b="1" i="0">
                <a:solidFill>
                  <a:srgbClr val="E6EDF3"/>
                </a:solidFill>
                <a:latin typeface="Segoe UI"/>
              </a:rPr>
              <a:t>Live demo — proof in 30 seconds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20116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94960" cy="329184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On stage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Run Local Demo → 5 confirmed + 1 potential in ~30s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Watch the SSE event stream live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Open a finding: expected vs actual, [REDACTED] evidence, replayable PoC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Then: one-click Gemini template → authorized external scan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303520" cy="329184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Fallbacks at every layer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60-check e2e suite re-proves the engine in 20 seconds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Headless verify script — no browser needed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Pre-recorded scan report as last resort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If anything web-side fails on stage, the engine still demonstrates itself headlessly.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TECHNICAL HIGHLIGHTS</a:t>
            </a:r>
          </a:p>
          <a:p>
            <a:pPr>
              <a:spcAft>
                <a:spcPts val="0"/>
              </a:spcAft>
            </a:pPr>
            <a:r>
              <a:rPr sz="3200" b="1" i="0">
                <a:solidFill>
                  <a:srgbClr val="E6EDF3"/>
                </a:solidFill>
                <a:latin typeface="Segoe UI"/>
              </a:rPr>
              <a:t>Why judges can trust the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20116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72800" cy="123444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Deterministic verification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AI hypothesizes; only reproduced HTTP creates a finding. A Finding object literally cannot be constructed without a matching test record — hallucinations are structurally impossible.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5394960" cy="237744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Security engineering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Redaction at capture: tokens never reach storage, reports, SSE, or browser (e2e-grepped)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SafeHttpClient: single egress — scope gate, header-injection blocked, budgets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Two-key external gate: settings toggle AND per-scan authorization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200400"/>
            <a:ext cx="5303520" cy="237744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Quality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60/60 e2e checks passing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19/19 unit tests · tsc clean across all workspaces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Zero-dependency backend — fully auditable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E6EDF3"/>
                </a:solidFill>
                <a:latin typeface="Segoe UI"/>
              </a:rPr>
              <a:t>•  Positive controls verified live on Swagger Petstore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FUTURE SCOPE</a:t>
            </a:r>
          </a:p>
          <a:p>
            <a:pPr>
              <a:spcAft>
                <a:spcPts val="0"/>
              </a:spcAft>
            </a:pPr>
            <a:r>
              <a:rPr sz="3200" b="1" i="0">
                <a:solidFill>
                  <a:srgbClr val="E6EDF3"/>
                </a:solidFill>
                <a:latin typeface="Segoe UI"/>
              </a:rPr>
              <a:t>From annual audit to pre-deploy command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20116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94960" cy="26517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Roadmap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Record-a-login → auto-derive multi-role actors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Diff-scans: CI fails only on new/regressed findings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GraphQL schema ingestion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Continuous trend tracking across scans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303520" cy="26517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242F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Team &amp; links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[Contributor → area]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Repo: github.com/Anukaranhiran/amity-hackathon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•  Live API: cloud-deployed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E6EDF3"/>
                </a:solidFill>
                <a:latin typeface="Segoe UI"/>
              </a:rPr>
              <a:t>“Authentication asks who you are.</a:t>
            </a:r>
          </a:p>
          <a:p>
            <a:pPr>
              <a:spcAft>
                <a:spcPts val="0"/>
              </a:spcAft>
            </a:pPr>
            <a:r>
              <a:rPr sz="2400" b="1" i="0">
                <a:solidFill>
                  <a:srgbClr val="22D3EE"/>
                </a:solidFill>
                <a:latin typeface="Segoe UI"/>
              </a:rPr>
              <a:t>Shulker asks: may you see this?”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